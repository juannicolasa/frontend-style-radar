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6462979" cy="9144000"/>
  <p:notesSz cx="9144000" cy="646297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Editar los campos de texto directamente. Para cambiar los cinco personajes, seleccionar la fotografía de fondo y usar Cambiar imagen &gt; Desde un archivo. Mantener fotografías originales de StyleRadar.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01. Fotografía tomada del documento de arquitectura aprobado. Todos los números, títulos, subtítulos y pies son editables. Cambia la fotografía mediante clic derecho &gt;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02. Fotografía tomada del documento de arquitectura aprobado. Todos los números, títulos, subtítulos y pies son editables. Cambia la fotografía mediante clic derecho &gt;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03. Fotografía tomada del documento de arquitectura aprobado. Todos los números, títulos, subtítulos y pies son editables. Cambia la fotografía mediante clic derecho &gt;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04. Fotografía tomada del documento de arquitectura aprobado. Todos los números, títulos, subtítulos y pies son editables. Cambia la fotografía mediante clic derecho &gt;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05. Fotografía tomada del documento de arquitectura aprobado. Todos los números, títulos, subtítulos y pies son editables. Cambia la fotografía mediante clic derecho &gt;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06. Fotografía tomada del documento de arquitectura aprobado. Todos los números, títulos, subtítulos y pies son editables. Cambia la fotografía mediante clic derecho &gt;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811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style_work/back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2979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512064"/>
            <a:ext cx="5486400" cy="0"/>
          </a:xfrm>
          <a:prstGeom prst="line">
            <a:avLst/>
          </a:prstGeom>
          <a:noFill/>
          <a:ln w="12700">
            <a:solidFill>
              <a:srgbClr val="B9B9CA">
                <a:alpha val="57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84632" y="3657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spc="130" kern="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Nº 02 · EDICIÓN BOGOTÁ</a:t>
            </a:r>
            <a:endParaRPr lang="en-US" sz="730" dirty="0"/>
          </a:p>
        </p:txBody>
      </p:sp>
      <p:sp>
        <p:nvSpPr>
          <p:cNvPr id="5" name="Text 2"/>
          <p:cNvSpPr/>
          <p:nvPr/>
        </p:nvSpPr>
        <p:spPr>
          <a:xfrm>
            <a:off x="3017520" y="36576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spc="130" kern="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OCTUBRE 2026</a:t>
            </a:r>
            <a:endParaRPr lang="en-US" sz="730" dirty="0"/>
          </a:p>
        </p:txBody>
      </p:sp>
      <p:sp>
        <p:nvSpPr>
          <p:cNvPr id="6" name="Text 3"/>
          <p:cNvSpPr/>
          <p:nvPr/>
        </p:nvSpPr>
        <p:spPr>
          <a:xfrm>
            <a:off x="4928616" y="3657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spc="130" kern="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STR-462 · DOSW</a:t>
            </a:r>
            <a:endParaRPr lang="en-US" sz="730" dirty="0"/>
          </a:p>
        </p:txBody>
      </p:sp>
      <p:pic>
        <p:nvPicPr>
          <p:cNvPr id="7" name="Image 1" descr="/mnt/data/_style_work/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740664"/>
            <a:ext cx="914400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05072" y="80467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DED1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[INSTITUCIÓN / PROGRAMA]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3968496" y="92354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DED1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[CURSO · VERSIÓN · EDICIÓN]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484632" y="1426464"/>
            <a:ext cx="5541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spc="180" kern="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◆ [TIPO DE DOCUMENTO] · [ENTREGABLE]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38912" y="1719072"/>
            <a:ext cx="5650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7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El diseño</a:t>
            </a:r>
            <a:endParaRPr lang="en-US" sz="5770" dirty="0"/>
          </a:p>
        </p:txBody>
      </p:sp>
      <p:sp>
        <p:nvSpPr>
          <p:cNvPr id="12" name="Text 8"/>
          <p:cNvSpPr/>
          <p:nvPr/>
        </p:nvSpPr>
        <p:spPr>
          <a:xfrm>
            <a:off x="438912" y="2441448"/>
            <a:ext cx="5650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7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que mueve</a:t>
            </a:r>
            <a:endParaRPr lang="en-US" sz="5770" dirty="0"/>
          </a:p>
        </p:txBody>
      </p:sp>
      <p:sp>
        <p:nvSpPr>
          <p:cNvPr id="13" name="Text 9"/>
          <p:cNvSpPr/>
          <p:nvPr/>
        </p:nvSpPr>
        <p:spPr>
          <a:xfrm>
            <a:off x="438912" y="3145536"/>
            <a:ext cx="56509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70" dirty="0">
                <a:solidFill>
                  <a:srgbClr val="E8DCCB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StyleRadar.</a:t>
            </a:r>
            <a:endParaRPr lang="en-US" sz="5770" dirty="0"/>
          </a:p>
        </p:txBody>
      </p:sp>
      <p:sp>
        <p:nvSpPr>
          <p:cNvPr id="14" name="Text 10"/>
          <p:cNvSpPr/>
          <p:nvPr/>
        </p:nvSpPr>
        <p:spPr>
          <a:xfrm>
            <a:off x="484632" y="42245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Arquitectura y diseño del frontend · nivel 3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484632" y="4453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ED2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real del prototipo y evolución modular propuesta.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493776" y="4974336"/>
            <a:ext cx="1508760" cy="0"/>
          </a:xfrm>
          <a:prstGeom prst="line">
            <a:avLst/>
          </a:prstGeom>
          <a:noFill/>
          <a:ln w="10160">
            <a:solidFill>
              <a:srgbClr val="C9B1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3776" y="506577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198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493776" y="545896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archivos del prototipo</a:t>
            </a:r>
            <a:endParaRPr lang="en-US" sz="740" dirty="0"/>
          </a:p>
        </p:txBody>
      </p:sp>
      <p:sp>
        <p:nvSpPr>
          <p:cNvPr id="19" name="Shape 15"/>
          <p:cNvSpPr/>
          <p:nvPr/>
        </p:nvSpPr>
        <p:spPr>
          <a:xfrm>
            <a:off x="2372868" y="4974336"/>
            <a:ext cx="1508760" cy="0"/>
          </a:xfrm>
          <a:prstGeom prst="line">
            <a:avLst/>
          </a:prstGeom>
          <a:noFill/>
          <a:ln w="10160">
            <a:solidFill>
              <a:srgbClr val="C9B1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72868" y="506577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5</a:t>
            </a:r>
            <a:endParaRPr lang="en-US" sz="2500" dirty="0"/>
          </a:p>
        </p:txBody>
      </p:sp>
      <p:sp>
        <p:nvSpPr>
          <p:cNvPr id="21" name="Text 17"/>
          <p:cNvSpPr/>
          <p:nvPr/>
        </p:nvSpPr>
        <p:spPr>
          <a:xfrm>
            <a:off x="2372868" y="545896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perfiles de acceso</a:t>
            </a:r>
            <a:endParaRPr lang="en-US" sz="740" dirty="0"/>
          </a:p>
        </p:txBody>
      </p:sp>
      <p:sp>
        <p:nvSpPr>
          <p:cNvPr id="22" name="Shape 18"/>
          <p:cNvSpPr/>
          <p:nvPr/>
        </p:nvSpPr>
        <p:spPr>
          <a:xfrm>
            <a:off x="4251960" y="4974336"/>
            <a:ext cx="1508760" cy="0"/>
          </a:xfrm>
          <a:prstGeom prst="line">
            <a:avLst/>
          </a:prstGeom>
          <a:noFill/>
          <a:ln w="10160">
            <a:solidFill>
              <a:srgbClr val="C9B1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51960" y="506577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95</a:t>
            </a:r>
            <a:endParaRPr lang="en-US" sz="2500" dirty="0"/>
          </a:p>
        </p:txBody>
      </p:sp>
      <p:sp>
        <p:nvSpPr>
          <p:cNvPr id="24" name="Text 20"/>
          <p:cNvSpPr/>
          <p:nvPr/>
        </p:nvSpPr>
        <p:spPr>
          <a:xfrm>
            <a:off x="4251960" y="545896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casos de enrutamiento local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style_work/back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2979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4023360"/>
            <a:ext cx="5230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01</a:t>
            </a:r>
            <a:endParaRPr lang="en-US" sz="12600" dirty="0"/>
          </a:p>
        </p:txBody>
      </p:sp>
      <p:sp>
        <p:nvSpPr>
          <p:cNvPr id="4" name="Text 1"/>
          <p:cNvSpPr/>
          <p:nvPr/>
        </p:nvSpPr>
        <p:spPr>
          <a:xfrm>
            <a:off x="466344" y="7132320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Qué existe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66344" y="7571232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hoy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8368" y="80924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Actores, alcance y evidencia: desde un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658368" y="8270748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prototipo real, cinco experiencias de acceso y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658368" y="8449056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alcance del Sprint 4.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21208" y="8092440"/>
            <a:ext cx="0" cy="457200"/>
          </a:xfrm>
          <a:prstGeom prst="line">
            <a:avLst/>
          </a:prstGeom>
          <a:noFill/>
          <a:ln w="12700">
            <a:solidFill>
              <a:srgbClr val="B9B9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" y="872337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4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804672" y="8750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spc="100" kern="0" dirty="0">
                <a:solidFill>
                  <a:srgbClr val="EADF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STYLERADAR · QUÉ EXISTE HOY</a:t>
            </a:r>
            <a:endParaRPr lang="en-US" sz="5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style_work/back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2979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4023360"/>
            <a:ext cx="5230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02</a:t>
            </a:r>
            <a:endParaRPr lang="en-US" sz="12600" dirty="0"/>
          </a:p>
        </p:txBody>
      </p:sp>
      <p:sp>
        <p:nvSpPr>
          <p:cNvPr id="4" name="Text 1"/>
          <p:cNvSpPr/>
          <p:nvPr/>
        </p:nvSpPr>
        <p:spPr>
          <a:xfrm>
            <a:off x="466344" y="7132320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Del prototipo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66344" y="7571232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a los módulos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8368" y="80924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Arquitectura real y diseño futuro: el mapa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658368" y="8270748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técnico de lo que funciona hoy y lo que React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658368" y="8449056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podría ofrecer mañana.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21208" y="8092440"/>
            <a:ext cx="0" cy="457200"/>
          </a:xfrm>
          <a:prstGeom prst="line">
            <a:avLst/>
          </a:prstGeom>
          <a:noFill/>
          <a:ln w="12700">
            <a:solidFill>
              <a:srgbClr val="B9B9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" y="872337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10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804672" y="8750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spc="100" kern="0" dirty="0">
                <a:solidFill>
                  <a:srgbClr val="EADF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STYLERADAR · ARQUITECTURA</a:t>
            </a:r>
            <a:endParaRPr lang="en-US" sz="5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style_work/back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2979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4023360"/>
            <a:ext cx="5230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03</a:t>
            </a:r>
            <a:endParaRPr lang="en-US" sz="12600" dirty="0"/>
          </a:p>
        </p:txBody>
      </p:sp>
      <p:sp>
        <p:nvSpPr>
          <p:cNvPr id="4" name="Text 1"/>
          <p:cNvSpPr/>
          <p:nvPr/>
        </p:nvSpPr>
        <p:spPr>
          <a:xfrm>
            <a:off x="466344" y="7132320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Cinco recorridos,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66344" y="7571232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una plataforma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8368" y="80924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Navegación y experiencias: roles, rutas y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658368" y="8270748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pantallas del frontend real.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21208" y="8092440"/>
            <a:ext cx="0" cy="457200"/>
          </a:xfrm>
          <a:prstGeom prst="line">
            <a:avLst/>
          </a:prstGeom>
          <a:noFill/>
          <a:ln w="12700">
            <a:solidFill>
              <a:srgbClr val="B9B9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872337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16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804672" y="8750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spc="100" kern="0" dirty="0">
                <a:solidFill>
                  <a:srgbClr val="EADF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STYLERADAR · RECORRIDOS</a:t>
            </a:r>
            <a:endParaRPr lang="en-US" sz="5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style_work/back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2979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4023360"/>
            <a:ext cx="5230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04</a:t>
            </a:r>
            <a:endParaRPr lang="en-US" sz="12600" dirty="0"/>
          </a:p>
        </p:txBody>
      </p:sp>
      <p:sp>
        <p:nvSpPr>
          <p:cNvPr id="4" name="Text 1"/>
          <p:cNvSpPr/>
          <p:nvPr/>
        </p:nvSpPr>
        <p:spPr>
          <a:xfrm>
            <a:off x="466344" y="7132320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Estado real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66344" y="7571232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e integración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8368" y="80924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 implementación presente no es lo mismo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658368" y="8270748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que el diseño futuro: dos niveles de madurez.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21208" y="8092440"/>
            <a:ext cx="0" cy="457200"/>
          </a:xfrm>
          <a:prstGeom prst="line">
            <a:avLst/>
          </a:prstGeom>
          <a:noFill/>
          <a:ln w="12700">
            <a:solidFill>
              <a:srgbClr val="B9B9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872337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22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804672" y="8750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spc="100" kern="0" dirty="0">
                <a:solidFill>
                  <a:srgbClr val="EADF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STYLERADAR · ESTADO</a:t>
            </a:r>
            <a:endParaRPr lang="en-US" sz="5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style_work/back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2979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4023360"/>
            <a:ext cx="5230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05</a:t>
            </a:r>
            <a:endParaRPr lang="en-US" sz="12600" dirty="0"/>
          </a:p>
        </p:txBody>
      </p:sp>
      <p:sp>
        <p:nvSpPr>
          <p:cNvPr id="4" name="Text 1"/>
          <p:cNvSpPr/>
          <p:nvPr/>
        </p:nvSpPr>
        <p:spPr>
          <a:xfrm>
            <a:off x="466344" y="7132320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Identidad,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66344" y="7571232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pruebas y riesgos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8368" y="80924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Responsive, pruebas y riesgos bajo una misma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658368" y="8270748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identidad editorial: verificar antes de afirmar.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21208" y="8092440"/>
            <a:ext cx="0" cy="457200"/>
          </a:xfrm>
          <a:prstGeom prst="line">
            <a:avLst/>
          </a:prstGeom>
          <a:noFill/>
          <a:ln w="12700">
            <a:solidFill>
              <a:srgbClr val="B9B9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872337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28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804672" y="8750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spc="100" kern="0" dirty="0">
                <a:solidFill>
                  <a:srgbClr val="EADF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STYLERADAR · IDENTIDAD</a:t>
            </a:r>
            <a:endParaRPr lang="en-US" sz="5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style_work/back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2979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4023360"/>
            <a:ext cx="5230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06</a:t>
            </a:r>
            <a:endParaRPr lang="en-US" sz="12600" dirty="0"/>
          </a:p>
        </p:txBody>
      </p:sp>
      <p:sp>
        <p:nvSpPr>
          <p:cNvPr id="4" name="Text 1"/>
          <p:cNvSpPr/>
          <p:nvPr/>
        </p:nvSpPr>
        <p:spPr>
          <a:xfrm>
            <a:off x="466344" y="7132320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Fuentes 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66344" y="7571232"/>
            <a:ext cx="5577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diagramas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8368" y="8092440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Las evidencias y restricciones siguen siendo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658368" y="8270748"/>
            <a:ext cx="540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parte de la arquitectura.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21208" y="8092440"/>
            <a:ext cx="0" cy="457200"/>
          </a:xfrm>
          <a:prstGeom prst="line">
            <a:avLst/>
          </a:prstGeom>
          <a:noFill/>
          <a:ln w="12700">
            <a:solidFill>
              <a:srgbClr val="B9B9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872337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36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804672" y="8750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spc="100" kern="0" dirty="0">
                <a:solidFill>
                  <a:srgbClr val="EADFF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STYLERADAR · FUENTES</a:t>
            </a:r>
            <a:endParaRPr lang="en-US" sz="5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StyleRadar — Portada y separadores editables</dc:title>
  <dc:subject>Plantilla editable oficial basada en la arquitectura revista aprobada</dc:subject>
  <dc:creator>Equipo StyleRadar</dc:creator>
  <cp:lastModifiedBy>Equipo StyleRadar</cp:lastModifiedBy>
  <cp:revision>1</cp:revision>
  <dcterms:created xsi:type="dcterms:W3CDTF">2026-10-20T00:13:17Z</dcterms:created>
  <dcterms:modified xsi:type="dcterms:W3CDTF">2026-10-20T00:13:17Z</dcterms:modified>
</cp:coreProperties>
</file>